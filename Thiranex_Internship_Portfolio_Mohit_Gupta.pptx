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4846320"/>
            <a:ext cx="2743200" cy="27432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PORTFOLIO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Programming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applications built with Object-Oriented Programming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File Handling in C++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63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Gupta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ID: THX-AUG3126-007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Skill Development &amp; Future Tech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timeline, and working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C++ Programming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56432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85032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85032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Aug 2026 – 29 Sept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64224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2824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92824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92824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Project-Based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72016" y="16916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B1B2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00616" y="1965960"/>
            <a:ext cx="4572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500616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0616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projects reviewed periodically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industry mentorship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375136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covers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hands-on C++ console projects — Student Management System, Bank Management Application, Library Management System, and a Mini Game Project — each applying object-oriented programming, file handling, and menu-driven design to build practical, working applications.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06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application in C++ to efficiently manage student records using file handling and menu-driven operations.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delete, and display student information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 via file handling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navigation for smooth usability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allows users to add, update, delete, and display student information with persistent data storage for reliable record management.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Management Application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13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application that simulates core banking operations using object-oriented programming and file handling.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withdrawal, and balance check features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object-oriented programming concepts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persistent storage of customer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and functional banking system capable of performing deposits, withdrawals, and balance inquiries while maintaining persistent customer records.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efficiently manages books, members, and borrowing records using structured or object-oriented programming.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or classes for book and member details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issue and return functionality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 or author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application that enables book addition, issue and return processing, and search by title or author for streamlined library operations.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Game Project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27 Sept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60704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mini game in C++ (Tic Tac Toe / Snake) demonstrating core programming concepts such as loops, arrays, and conditional logic.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arrays, and conditional statements drive game logic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game board display after each move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detection with replay option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19659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game with dynamic board display, win/loss detection, and replay functionality, showcasing effective implementation of game logic.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Concepts Applied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projects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and encapsulation used to model students, accounts, books, and members.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and retrieval of records across program runs using C++ file streams.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Menu-Driven Design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navigable console interfaces for a smooth user experience.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Logic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loops, and conditional logic powering search, validation, and game mechanics.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— C++ Programming Internship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portfolio summarizes the C++ programming projects completed during my internship at Thiranex, covering object-oriented programming, file handling, and console application design.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Gupta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C++ Programming | Thiranex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2026-08-30T19:21:25Z</dcterms:created>
  <dcterms:modified xsi:type="dcterms:W3CDTF">2026-08-30T19:21:25Z</dcterms:modified>
</cp:coreProperties>
</file>